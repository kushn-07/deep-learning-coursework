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6"/>
  </p:normalViewPr>
  <p:slideViewPr>
    <p:cSldViewPr snapToGrid="0" snapToObjects="1">
      <p:cViewPr>
        <p:scale>
          <a:sx n="106" d="100"/>
          <a:sy n="106" d="100"/>
        </p:scale>
        <p:origin x="49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/>
              <a:t>One-Shot Face Stylization Using GANs with AdaIN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AU" sz="2100"/>
              <a:t>Kushal Neupane</a:t>
            </a:r>
          </a:p>
          <a:p>
            <a:r>
              <a:rPr lang="en-AU" sz="2100"/>
              <a:t>MSc IT (AI)</a:t>
            </a:r>
          </a:p>
          <a:p>
            <a:r>
              <a:rPr lang="en-AU" sz="2100"/>
              <a:t>CC7009NI – Neural Networks and Deep Learning</a:t>
            </a:r>
          </a:p>
          <a:p>
            <a:r>
              <a:rPr lang="en-AU" sz="2100"/>
              <a:t>Autumn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5400" dirty="0"/>
              <a:t>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AU" sz="2100" dirty="0"/>
              <a:t>Traditional style transfer is slow and style-specific</a:t>
            </a:r>
          </a:p>
          <a:p>
            <a:r>
              <a:rPr lang="en-AU" sz="2100" dirty="0"/>
              <a:t>Face stylization must preserve identity</a:t>
            </a:r>
          </a:p>
          <a:p>
            <a:r>
              <a:rPr lang="en-AU" sz="2100" dirty="0"/>
              <a:t>Need for real-time one-shot stylization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AU" sz="580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AU" sz="2100" dirty="0"/>
              <a:t>Implement one-shot face stylization</a:t>
            </a:r>
          </a:p>
          <a:p>
            <a:r>
              <a:rPr lang="en-AU" sz="2100" dirty="0"/>
              <a:t>Use Adaptive Instance Normalization (</a:t>
            </a:r>
            <a:r>
              <a:rPr lang="en-AU" sz="2100" dirty="0" err="1"/>
              <a:t>AdaIN</a:t>
            </a:r>
            <a:r>
              <a:rPr lang="en-AU" sz="2100" dirty="0"/>
              <a:t>)</a:t>
            </a:r>
          </a:p>
          <a:p>
            <a:r>
              <a:rPr lang="en-AU" sz="2100" dirty="0"/>
              <a:t>Preserve facial identity</a:t>
            </a:r>
          </a:p>
          <a:p>
            <a:r>
              <a:rPr lang="en-AU" sz="2100" dirty="0"/>
              <a:t>Evaluate using loss metrics and visuals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4900"/>
              <a:t>Adaptive Instance Normalization (AdaIN)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AU" sz="2100" dirty="0"/>
              <a:t>Aligns mean and variance of content features</a:t>
            </a:r>
          </a:p>
          <a:p>
            <a:r>
              <a:rPr lang="en-AU" sz="2100" dirty="0"/>
              <a:t>Uses style statistics</a:t>
            </a:r>
          </a:p>
          <a:p>
            <a:r>
              <a:rPr lang="en-AU" sz="2100" dirty="0"/>
              <a:t>Enables arbitrary style transfer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8EEA9B4F-5F2C-D1E2-F149-5E0E2EC7DD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56" y="665147"/>
            <a:ext cx="3024466" cy="5524137"/>
          </a:xfrm>
          <a:prstGeom prst="rect">
            <a:avLst/>
          </a:prstGeom>
        </p:spPr>
      </p:pic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021" y="623275"/>
            <a:ext cx="4928098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9244" y="1188637"/>
            <a:ext cx="4231734" cy="1597228"/>
          </a:xfrm>
        </p:spPr>
        <p:txBody>
          <a:bodyPr>
            <a:normAutofit/>
          </a:bodyPr>
          <a:lstStyle/>
          <a:p>
            <a:r>
              <a:rPr lang="en-AU" sz="470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9245" y="2998278"/>
            <a:ext cx="3277577" cy="2728198"/>
          </a:xfrm>
        </p:spPr>
        <p:txBody>
          <a:bodyPr anchor="t">
            <a:normAutofit/>
          </a:bodyPr>
          <a:lstStyle/>
          <a:p>
            <a:r>
              <a:rPr lang="en-AU" sz="2100" dirty="0"/>
              <a:t>Style Encoder</a:t>
            </a:r>
          </a:p>
          <a:p>
            <a:r>
              <a:rPr lang="en-AU" sz="2100" dirty="0" err="1"/>
              <a:t>AdaIN</a:t>
            </a:r>
            <a:r>
              <a:rPr lang="en-AU" sz="2100" dirty="0"/>
              <a:t> Generator</a:t>
            </a:r>
          </a:p>
          <a:p>
            <a:r>
              <a:rPr lang="en-AU" sz="2100" dirty="0" err="1"/>
              <a:t>PatchGAN</a:t>
            </a:r>
            <a:r>
              <a:rPr lang="en-AU" sz="2100" dirty="0"/>
              <a:t> Discriminator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5400"/>
              <a:t>Training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AU" sz="2100" dirty="0"/>
              <a:t>Image size: 256×256</a:t>
            </a:r>
          </a:p>
          <a:p>
            <a:r>
              <a:rPr lang="en-AU" sz="2100" dirty="0"/>
              <a:t>Batch size: 16</a:t>
            </a:r>
          </a:p>
          <a:p>
            <a:r>
              <a:rPr lang="en-AU" sz="2100" dirty="0"/>
              <a:t>Epochs: 10</a:t>
            </a:r>
          </a:p>
          <a:p>
            <a:r>
              <a:rPr lang="en-AU" sz="2100" dirty="0"/>
              <a:t>Optimizer: Adam</a:t>
            </a:r>
          </a:p>
          <a:p>
            <a:r>
              <a:rPr lang="en-AU" sz="2100" dirty="0"/>
              <a:t>Device: Apple MPS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17" y="1188637"/>
            <a:ext cx="7488461" cy="1597228"/>
          </a:xfrm>
        </p:spPr>
        <p:txBody>
          <a:bodyPr>
            <a:normAutofit/>
          </a:bodyPr>
          <a:lstStyle/>
          <a:p>
            <a:r>
              <a:rPr lang="en-AU" sz="5200"/>
              <a:t>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76CAC-6121-43D1-542B-D15DB00D546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34" b="9989"/>
          <a:stretch>
            <a:fillRect/>
          </a:stretch>
        </p:blipFill>
        <p:spPr bwMode="auto">
          <a:xfrm>
            <a:off x="590627" y="3534353"/>
            <a:ext cx="4596365" cy="244446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2998278"/>
            <a:ext cx="3178692" cy="2728198"/>
          </a:xfrm>
        </p:spPr>
        <p:txBody>
          <a:bodyPr anchor="t">
            <a:normAutofit/>
          </a:bodyPr>
          <a:lstStyle/>
          <a:p>
            <a:r>
              <a:rPr lang="en-AU" sz="1700"/>
              <a:t>CelebA face images</a:t>
            </a:r>
          </a:p>
          <a:p>
            <a:r>
              <a:rPr lang="en-AU" sz="1700"/>
              <a:t>WikiArt styles</a:t>
            </a:r>
          </a:p>
          <a:p>
            <a:r>
              <a:rPr lang="en-AU" sz="1700"/>
              <a:t>30,000 faces, 1,800 styles</a:t>
            </a:r>
          </a:p>
          <a:p>
            <a:endParaRPr lang="en-AU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5400"/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AU" sz="2100" dirty="0"/>
              <a:t>Best epoch: 8</a:t>
            </a:r>
          </a:p>
          <a:p>
            <a:r>
              <a:rPr lang="en-AU" sz="2100" dirty="0"/>
              <a:t>Validation loss: 0.0670</a:t>
            </a:r>
          </a:p>
          <a:p>
            <a:r>
              <a:rPr lang="en-AU" sz="2100" dirty="0"/>
              <a:t>Stable adversarial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DF71CC-B85A-A16C-0605-2F857D5F98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48" y="3717928"/>
            <a:ext cx="2902291" cy="2394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037112-C3AC-1FD5-1185-98E0F02FB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69" y="920643"/>
            <a:ext cx="2902291" cy="2198485"/>
          </a:xfrm>
          <a:prstGeom prst="rect">
            <a:avLst/>
          </a:prstGeom>
        </p:spPr>
      </p:pic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23741" y="623275"/>
            <a:ext cx="4936378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7656" y="1056640"/>
            <a:ext cx="4349961" cy="34943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dirty="0"/>
              <a:t>Visual 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5AF6F-A207-B865-FBFA-5EFC93F21216}"/>
              </a:ext>
            </a:extLst>
          </p:cNvPr>
          <p:cNvSpPr txBox="1"/>
          <p:nvPr/>
        </p:nvSpPr>
        <p:spPr>
          <a:xfrm>
            <a:off x="914400" y="3224459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Weak Identity Loss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83947-E8EC-3E86-AB91-01F277FFE722}"/>
              </a:ext>
            </a:extLst>
          </p:cNvPr>
          <p:cNvSpPr txBox="1"/>
          <p:nvPr/>
        </p:nvSpPr>
        <p:spPr>
          <a:xfrm>
            <a:off x="946350" y="6220324"/>
            <a:ext cx="2902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Strong Identity Loss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1445" y="1188637"/>
            <a:ext cx="4389533" cy="15972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AU" sz="5200"/>
              <a:t>Training Pipeline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66FD5497-FE7A-8D98-EFBD-21B53F5C18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8"/>
          <a:stretch>
            <a:fillRect/>
          </a:stretch>
        </p:blipFill>
        <p:spPr bwMode="auto">
          <a:xfrm>
            <a:off x="842517" y="1327130"/>
            <a:ext cx="2650489" cy="4280901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2998278"/>
            <a:ext cx="3321177" cy="2728198"/>
          </a:xfrm>
        </p:spPr>
        <p:txBody>
          <a:bodyPr anchor="t">
            <a:normAutofit/>
          </a:bodyPr>
          <a:lstStyle/>
          <a:p>
            <a:r>
              <a:rPr lang="en-AU" sz="1700"/>
              <a:t>Load face &amp; style images</a:t>
            </a:r>
          </a:p>
          <a:p>
            <a:r>
              <a:rPr lang="en-AU" sz="1700"/>
              <a:t>Encode style</a:t>
            </a:r>
          </a:p>
          <a:p>
            <a:r>
              <a:rPr lang="en-AU" sz="1700"/>
              <a:t>Generate output</a:t>
            </a:r>
          </a:p>
          <a:p>
            <a:r>
              <a:rPr lang="en-AU" sz="1700"/>
              <a:t>Compute losses</a:t>
            </a:r>
          </a:p>
          <a:p>
            <a:r>
              <a:rPr lang="en-AU" sz="1700"/>
              <a:t>Update networks</a:t>
            </a:r>
          </a:p>
          <a:p>
            <a:pPr marL="0" indent="0">
              <a:buNone/>
            </a:pPr>
            <a:endParaRPr lang="en-AU"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AU" sz="5400" dirty="0"/>
              <a:t>Technical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AU" sz="2100" dirty="0"/>
              <a:t>MPS limitations</a:t>
            </a:r>
          </a:p>
          <a:p>
            <a:r>
              <a:rPr lang="en-AU" sz="2100" dirty="0"/>
              <a:t>Large model size</a:t>
            </a:r>
          </a:p>
          <a:p>
            <a:r>
              <a:rPr lang="en-AU" sz="2100" dirty="0"/>
              <a:t>Long training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AU" sz="630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AU" sz="2100" dirty="0"/>
          </a:p>
          <a:p>
            <a:r>
              <a:rPr lang="en-AU" sz="2100" dirty="0"/>
              <a:t>Multi-scale styles</a:t>
            </a:r>
          </a:p>
          <a:p>
            <a:r>
              <a:rPr lang="en-AU" sz="2100" dirty="0"/>
              <a:t>Introduce user interface</a:t>
            </a:r>
          </a:p>
          <a:p>
            <a:r>
              <a:rPr lang="en-AU" sz="2100" dirty="0"/>
              <a:t>Text based generator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AU" sz="63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AU" sz="2100" dirty="0"/>
              <a:t>Successful one-shot face stylization</a:t>
            </a:r>
          </a:p>
          <a:p>
            <a:r>
              <a:rPr lang="en-AU" sz="2100"/>
              <a:t>Identity preserved</a:t>
            </a:r>
            <a:endParaRPr lang="en-AU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3224" y="3428999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Questions?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E2409D23-8ADC-C935-30B0-36C1044A5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192</Words>
  <Application>Microsoft Macintosh PowerPoint</Application>
  <PresentationFormat>On-screen Show (4:3)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One-Shot Face Stylization Using GANs with AdaIN</vt:lpstr>
      <vt:lpstr>Problem Statement &amp; Motivation</vt:lpstr>
      <vt:lpstr>Project Objectives</vt:lpstr>
      <vt:lpstr>Adaptive Instance Normalization (AdaIN)</vt:lpstr>
      <vt:lpstr>System Architecture</vt:lpstr>
      <vt:lpstr>Training Configuration</vt:lpstr>
      <vt:lpstr>Dataset</vt:lpstr>
      <vt:lpstr>Experimental Results</vt:lpstr>
      <vt:lpstr>Visual Results</vt:lpstr>
      <vt:lpstr>Training Pipeline</vt:lpstr>
      <vt:lpstr>Technical Challenges</vt:lpstr>
      <vt:lpstr>Future Work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Kushal Neupane</cp:lastModifiedBy>
  <cp:revision>10</cp:revision>
  <dcterms:created xsi:type="dcterms:W3CDTF">2013-01-27T09:14:16Z</dcterms:created>
  <dcterms:modified xsi:type="dcterms:W3CDTF">2026-02-01T23:13:14Z</dcterms:modified>
  <cp:category/>
</cp:coreProperties>
</file>